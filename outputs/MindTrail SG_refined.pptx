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0.svg" ContentType="image/svg+xml"/>
  <Override PartName="/ppt/media/image11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diagrams/_rels/data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svg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/Relationships>
</file>

<file path=ppt/diagrams/_rels/drawing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svg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51A2B8-B8D2-4541-983E-6AA744ED0DA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BCE342B-D284-45B6-B2FF-2805F34954FC}">
      <dgm:prSet/>
      <dgm:spPr/>
      <dgm:t>
        <a:bodyPr/>
        <a:lstStyle/>
        <a:p>
          <a:r>
            <a:rPr lang="en-US"/>
            <a:t>Not another dementia game </a:t>
          </a:r>
        </a:p>
      </dgm:t>
    </dgm:pt>
    <dgm:pt modelId="{6844017B-2063-49B2-9F38-1A85CBC73DE4}" type="parTrans" cxnId="{04640177-1D5F-408A-8245-0FF2E0AFFF18}">
      <dgm:prSet/>
      <dgm:spPr/>
      <dgm:t>
        <a:bodyPr/>
        <a:lstStyle/>
        <a:p>
          <a:endParaRPr lang="en-US"/>
        </a:p>
      </dgm:t>
    </dgm:pt>
    <dgm:pt modelId="{EE883016-8A42-4404-8152-9C56CC7ABAD6}" type="sibTrans" cxnId="{04640177-1D5F-408A-8245-0FF2E0AFFF18}">
      <dgm:prSet/>
      <dgm:spPr/>
      <dgm:t>
        <a:bodyPr/>
        <a:lstStyle/>
        <a:p>
          <a:endParaRPr lang="en-US"/>
        </a:p>
      </dgm:t>
    </dgm:pt>
    <dgm:pt modelId="{EA9C6EBD-135A-4B6B-A2CA-053BB07CDC3C}">
      <dgm:prSet/>
      <dgm:spPr/>
      <dgm:t>
        <a:bodyPr/>
        <a:lstStyle/>
        <a:p>
          <a:r>
            <a:rPr lang="en-US"/>
            <a:t>Singapore-localised tasks </a:t>
          </a:r>
        </a:p>
      </dgm:t>
    </dgm:pt>
    <dgm:pt modelId="{628CC231-1E07-45D2-AE84-6C412E441EA2}" type="parTrans" cxnId="{207933A0-E446-4816-8995-6AC8B9E8C23F}">
      <dgm:prSet/>
      <dgm:spPr/>
      <dgm:t>
        <a:bodyPr/>
        <a:lstStyle/>
        <a:p>
          <a:endParaRPr lang="en-US"/>
        </a:p>
      </dgm:t>
    </dgm:pt>
    <dgm:pt modelId="{692F2169-65C3-4109-A985-9EFA95304504}" type="sibTrans" cxnId="{207933A0-E446-4816-8995-6AC8B9E8C23F}">
      <dgm:prSet/>
      <dgm:spPr/>
      <dgm:t>
        <a:bodyPr/>
        <a:lstStyle/>
        <a:p>
          <a:endParaRPr lang="en-US"/>
        </a:p>
      </dgm:t>
    </dgm:pt>
    <dgm:pt modelId="{010074C3-BAE8-4338-9EF0-9AA724CD8636}">
      <dgm:prSet/>
      <dgm:spPr/>
      <dgm:t>
        <a:bodyPr/>
        <a:lstStyle/>
        <a:p>
          <a:r>
            <a:rPr lang="en-US"/>
            <a:t>Caregiver-linked observations</a:t>
          </a:r>
        </a:p>
      </dgm:t>
    </dgm:pt>
    <dgm:pt modelId="{C112C732-9C1B-489A-A0AE-2C02DBF4414B}" type="parTrans" cxnId="{D0C6AFCB-1D36-4A02-A056-759ECE568A1E}">
      <dgm:prSet/>
      <dgm:spPr/>
      <dgm:t>
        <a:bodyPr/>
        <a:lstStyle/>
        <a:p>
          <a:endParaRPr lang="en-US"/>
        </a:p>
      </dgm:t>
    </dgm:pt>
    <dgm:pt modelId="{C0BE55A2-8B01-405A-8E19-55B67E7991C8}" type="sibTrans" cxnId="{D0C6AFCB-1D36-4A02-A056-759ECE568A1E}">
      <dgm:prSet/>
      <dgm:spPr/>
      <dgm:t>
        <a:bodyPr/>
        <a:lstStyle/>
        <a:p>
          <a:endParaRPr lang="en-US"/>
        </a:p>
      </dgm:t>
    </dgm:pt>
    <dgm:pt modelId="{6128B8DB-044C-43D0-9A8F-227FD77AD364}">
      <dgm:prSet/>
      <dgm:spPr/>
      <dgm:t>
        <a:bodyPr/>
        <a:lstStyle/>
        <a:p>
          <a:r>
            <a:rPr lang="en-US"/>
            <a:t>Longitudinal tracking </a:t>
          </a:r>
        </a:p>
      </dgm:t>
    </dgm:pt>
    <dgm:pt modelId="{2F4AD1BF-8C50-4C38-904D-8B930EE378C2}" type="parTrans" cxnId="{B9CA34A0-084E-4406-A9B3-7F097E01B3C1}">
      <dgm:prSet/>
      <dgm:spPr/>
      <dgm:t>
        <a:bodyPr/>
        <a:lstStyle/>
        <a:p>
          <a:endParaRPr lang="en-US"/>
        </a:p>
      </dgm:t>
    </dgm:pt>
    <dgm:pt modelId="{0BF8117F-AEE0-4F1A-8349-9957D35FECA5}" type="sibTrans" cxnId="{B9CA34A0-084E-4406-A9B3-7F097E01B3C1}">
      <dgm:prSet/>
      <dgm:spPr/>
      <dgm:t>
        <a:bodyPr/>
        <a:lstStyle/>
        <a:p>
          <a:endParaRPr lang="en-US"/>
        </a:p>
      </dgm:t>
    </dgm:pt>
    <dgm:pt modelId="{B91A1C93-A2E7-4F27-A4B5-B3F921FF7222}">
      <dgm:prSet/>
      <dgm:spPr/>
      <dgm:t>
        <a:bodyPr/>
        <a:lstStyle/>
        <a:p>
          <a:r>
            <a:rPr lang="en-US"/>
            <a:t>GP-ready handoff</a:t>
          </a:r>
        </a:p>
      </dgm:t>
    </dgm:pt>
    <dgm:pt modelId="{85809D25-B750-4292-A1D2-F3C55F1DBB2E}" type="parTrans" cxnId="{4F109778-36EF-491D-8F9D-13B861229D66}">
      <dgm:prSet/>
      <dgm:spPr/>
      <dgm:t>
        <a:bodyPr/>
        <a:lstStyle/>
        <a:p>
          <a:endParaRPr lang="en-US"/>
        </a:p>
      </dgm:t>
    </dgm:pt>
    <dgm:pt modelId="{88FE0933-CB5B-4567-80B8-7B1394A3DB2F}" type="sibTrans" cxnId="{4F109778-36EF-491D-8F9D-13B861229D66}">
      <dgm:prSet/>
      <dgm:spPr/>
      <dgm:t>
        <a:bodyPr/>
        <a:lstStyle/>
        <a:p>
          <a:endParaRPr lang="en-US"/>
        </a:p>
      </dgm:t>
    </dgm:pt>
    <dgm:pt modelId="{0017B1AB-E819-4FE7-9CE4-8AD74E728095}" type="pres">
      <dgm:prSet presAssocID="{EE51A2B8-B8D2-4541-983E-6AA744ED0DA0}" presName="vert0" presStyleCnt="0">
        <dgm:presLayoutVars>
          <dgm:dir/>
          <dgm:animOne val="branch"/>
          <dgm:animLvl val="lvl"/>
        </dgm:presLayoutVars>
      </dgm:prSet>
      <dgm:spPr/>
    </dgm:pt>
    <dgm:pt modelId="{B20B157F-EC28-4198-972C-3F9BB2E1EB7C}" type="pres">
      <dgm:prSet presAssocID="{EBCE342B-D284-45B6-B2FF-2805F34954FC}" presName="thickLine" presStyleLbl="alignNode1" presStyleIdx="0" presStyleCnt="5"/>
      <dgm:spPr/>
    </dgm:pt>
    <dgm:pt modelId="{6ABF787A-D14D-4E01-AAF6-CD1B390D2584}" type="pres">
      <dgm:prSet presAssocID="{EBCE342B-D284-45B6-B2FF-2805F34954FC}" presName="horz1" presStyleCnt="0"/>
      <dgm:spPr/>
    </dgm:pt>
    <dgm:pt modelId="{2CD3361C-0418-4BFC-AA23-A1FBED0E6197}" type="pres">
      <dgm:prSet presAssocID="{EBCE342B-D284-45B6-B2FF-2805F34954FC}" presName="tx1" presStyleLbl="revTx" presStyleIdx="0" presStyleCnt="5"/>
      <dgm:spPr/>
    </dgm:pt>
    <dgm:pt modelId="{81315DB7-01F2-4237-9795-05C44697248F}" type="pres">
      <dgm:prSet presAssocID="{EBCE342B-D284-45B6-B2FF-2805F34954FC}" presName="vert1" presStyleCnt="0"/>
      <dgm:spPr/>
    </dgm:pt>
    <dgm:pt modelId="{6D640084-0EA3-4DDF-8760-4E05C0D58059}" type="pres">
      <dgm:prSet presAssocID="{EA9C6EBD-135A-4B6B-A2CA-053BB07CDC3C}" presName="thickLine" presStyleLbl="alignNode1" presStyleIdx="1" presStyleCnt="5"/>
      <dgm:spPr/>
    </dgm:pt>
    <dgm:pt modelId="{10942181-D2B9-424B-813F-08E56B11B534}" type="pres">
      <dgm:prSet presAssocID="{EA9C6EBD-135A-4B6B-A2CA-053BB07CDC3C}" presName="horz1" presStyleCnt="0"/>
      <dgm:spPr/>
    </dgm:pt>
    <dgm:pt modelId="{272F89D2-C274-408F-BE02-8D538703FEDD}" type="pres">
      <dgm:prSet presAssocID="{EA9C6EBD-135A-4B6B-A2CA-053BB07CDC3C}" presName="tx1" presStyleLbl="revTx" presStyleIdx="1" presStyleCnt="5"/>
      <dgm:spPr/>
    </dgm:pt>
    <dgm:pt modelId="{D01E7D4D-31AA-42D5-9BF9-1C10EF29ED80}" type="pres">
      <dgm:prSet presAssocID="{EA9C6EBD-135A-4B6B-A2CA-053BB07CDC3C}" presName="vert1" presStyleCnt="0"/>
      <dgm:spPr/>
    </dgm:pt>
    <dgm:pt modelId="{D3350124-596D-4296-AABC-FC6A9F617456}" type="pres">
      <dgm:prSet presAssocID="{010074C3-BAE8-4338-9EF0-9AA724CD8636}" presName="thickLine" presStyleLbl="alignNode1" presStyleIdx="2" presStyleCnt="5"/>
      <dgm:spPr/>
    </dgm:pt>
    <dgm:pt modelId="{8AA4E327-5E0F-45D0-A971-502D47C3FCC1}" type="pres">
      <dgm:prSet presAssocID="{010074C3-BAE8-4338-9EF0-9AA724CD8636}" presName="horz1" presStyleCnt="0"/>
      <dgm:spPr/>
    </dgm:pt>
    <dgm:pt modelId="{495593CF-9D93-4077-B25F-4740E9CF42C6}" type="pres">
      <dgm:prSet presAssocID="{010074C3-BAE8-4338-9EF0-9AA724CD8636}" presName="tx1" presStyleLbl="revTx" presStyleIdx="2" presStyleCnt="5"/>
      <dgm:spPr/>
    </dgm:pt>
    <dgm:pt modelId="{DDB7329A-6BF1-4654-925F-91A50FB67BA5}" type="pres">
      <dgm:prSet presAssocID="{010074C3-BAE8-4338-9EF0-9AA724CD8636}" presName="vert1" presStyleCnt="0"/>
      <dgm:spPr/>
    </dgm:pt>
    <dgm:pt modelId="{584C9925-8410-4A1B-B494-9E966C110539}" type="pres">
      <dgm:prSet presAssocID="{6128B8DB-044C-43D0-9A8F-227FD77AD364}" presName="thickLine" presStyleLbl="alignNode1" presStyleIdx="3" presStyleCnt="5"/>
      <dgm:spPr/>
    </dgm:pt>
    <dgm:pt modelId="{21E46DEF-76DD-472E-9C00-212B284680C0}" type="pres">
      <dgm:prSet presAssocID="{6128B8DB-044C-43D0-9A8F-227FD77AD364}" presName="horz1" presStyleCnt="0"/>
      <dgm:spPr/>
    </dgm:pt>
    <dgm:pt modelId="{E7775C53-36CF-4023-A6F9-19A6E270F0E4}" type="pres">
      <dgm:prSet presAssocID="{6128B8DB-044C-43D0-9A8F-227FD77AD364}" presName="tx1" presStyleLbl="revTx" presStyleIdx="3" presStyleCnt="5"/>
      <dgm:spPr/>
    </dgm:pt>
    <dgm:pt modelId="{F6E9CA6F-0969-4B2F-BB24-DCEFFB75F32E}" type="pres">
      <dgm:prSet presAssocID="{6128B8DB-044C-43D0-9A8F-227FD77AD364}" presName="vert1" presStyleCnt="0"/>
      <dgm:spPr/>
    </dgm:pt>
    <dgm:pt modelId="{1E1D34D3-32FD-4130-A432-309912973D70}" type="pres">
      <dgm:prSet presAssocID="{B91A1C93-A2E7-4F27-A4B5-B3F921FF7222}" presName="thickLine" presStyleLbl="alignNode1" presStyleIdx="4" presStyleCnt="5"/>
      <dgm:spPr/>
    </dgm:pt>
    <dgm:pt modelId="{BA940AE6-1B64-48C3-B670-5BC20ABBC147}" type="pres">
      <dgm:prSet presAssocID="{B91A1C93-A2E7-4F27-A4B5-B3F921FF7222}" presName="horz1" presStyleCnt="0"/>
      <dgm:spPr/>
    </dgm:pt>
    <dgm:pt modelId="{E75D0039-AE47-4D3A-B2B6-F9B970E80F39}" type="pres">
      <dgm:prSet presAssocID="{B91A1C93-A2E7-4F27-A4B5-B3F921FF7222}" presName="tx1" presStyleLbl="revTx" presStyleIdx="4" presStyleCnt="5"/>
      <dgm:spPr/>
    </dgm:pt>
    <dgm:pt modelId="{B75F0C3C-901E-4A0B-A009-FD69C312DAE7}" type="pres">
      <dgm:prSet presAssocID="{B91A1C93-A2E7-4F27-A4B5-B3F921FF7222}" presName="vert1" presStyleCnt="0"/>
      <dgm:spPr/>
    </dgm:pt>
  </dgm:ptLst>
  <dgm:cxnLst>
    <dgm:cxn modelId="{1F0D8310-E5DF-4DD1-8FF4-8441EB33F2D1}" type="presOf" srcId="{EA9C6EBD-135A-4B6B-A2CA-053BB07CDC3C}" destId="{272F89D2-C274-408F-BE02-8D538703FEDD}" srcOrd="0" destOrd="0" presId="urn:microsoft.com/office/officeart/2008/layout/LinedList"/>
    <dgm:cxn modelId="{FC66ED39-E823-43EB-8020-8C284C388E27}" type="presOf" srcId="{6128B8DB-044C-43D0-9A8F-227FD77AD364}" destId="{E7775C53-36CF-4023-A6F9-19A6E270F0E4}" srcOrd="0" destOrd="0" presId="urn:microsoft.com/office/officeart/2008/layout/LinedList"/>
    <dgm:cxn modelId="{45C02846-5DEF-40E4-9689-130B305B769F}" type="presOf" srcId="{EBCE342B-D284-45B6-B2FF-2805F34954FC}" destId="{2CD3361C-0418-4BFC-AA23-A1FBED0E6197}" srcOrd="0" destOrd="0" presId="urn:microsoft.com/office/officeart/2008/layout/LinedList"/>
    <dgm:cxn modelId="{04640177-1D5F-408A-8245-0FF2E0AFFF18}" srcId="{EE51A2B8-B8D2-4541-983E-6AA744ED0DA0}" destId="{EBCE342B-D284-45B6-B2FF-2805F34954FC}" srcOrd="0" destOrd="0" parTransId="{6844017B-2063-49B2-9F38-1A85CBC73DE4}" sibTransId="{EE883016-8A42-4404-8152-9C56CC7ABAD6}"/>
    <dgm:cxn modelId="{4F109778-36EF-491D-8F9D-13B861229D66}" srcId="{EE51A2B8-B8D2-4541-983E-6AA744ED0DA0}" destId="{B91A1C93-A2E7-4F27-A4B5-B3F921FF7222}" srcOrd="4" destOrd="0" parTransId="{85809D25-B750-4292-A1D2-F3C55F1DBB2E}" sibTransId="{88FE0933-CB5B-4567-80B8-7B1394A3DB2F}"/>
    <dgm:cxn modelId="{207933A0-E446-4816-8995-6AC8B9E8C23F}" srcId="{EE51A2B8-B8D2-4541-983E-6AA744ED0DA0}" destId="{EA9C6EBD-135A-4B6B-A2CA-053BB07CDC3C}" srcOrd="1" destOrd="0" parTransId="{628CC231-1E07-45D2-AE84-6C412E441EA2}" sibTransId="{692F2169-65C3-4109-A985-9EFA95304504}"/>
    <dgm:cxn modelId="{B9CA34A0-084E-4406-A9B3-7F097E01B3C1}" srcId="{EE51A2B8-B8D2-4541-983E-6AA744ED0DA0}" destId="{6128B8DB-044C-43D0-9A8F-227FD77AD364}" srcOrd="3" destOrd="0" parTransId="{2F4AD1BF-8C50-4C38-904D-8B930EE378C2}" sibTransId="{0BF8117F-AEE0-4F1A-8349-9957D35FECA5}"/>
    <dgm:cxn modelId="{F2E502B4-5F91-46E6-8139-276F07716210}" type="presOf" srcId="{B91A1C93-A2E7-4F27-A4B5-B3F921FF7222}" destId="{E75D0039-AE47-4D3A-B2B6-F9B970E80F39}" srcOrd="0" destOrd="0" presId="urn:microsoft.com/office/officeart/2008/layout/LinedList"/>
    <dgm:cxn modelId="{F0675CB8-884D-49CE-99DE-794C3B923CC5}" type="presOf" srcId="{EE51A2B8-B8D2-4541-983E-6AA744ED0DA0}" destId="{0017B1AB-E819-4FE7-9CE4-8AD74E728095}" srcOrd="0" destOrd="0" presId="urn:microsoft.com/office/officeart/2008/layout/LinedList"/>
    <dgm:cxn modelId="{D0C6AFCB-1D36-4A02-A056-759ECE568A1E}" srcId="{EE51A2B8-B8D2-4541-983E-6AA744ED0DA0}" destId="{010074C3-BAE8-4338-9EF0-9AA724CD8636}" srcOrd="2" destOrd="0" parTransId="{C112C732-9C1B-489A-A0AE-2C02DBF4414B}" sibTransId="{C0BE55A2-8B01-405A-8E19-55B67E7991C8}"/>
    <dgm:cxn modelId="{255380F0-DC6D-4BD5-A036-B8D6C6DEA821}" type="presOf" srcId="{010074C3-BAE8-4338-9EF0-9AA724CD8636}" destId="{495593CF-9D93-4077-B25F-4740E9CF42C6}" srcOrd="0" destOrd="0" presId="urn:microsoft.com/office/officeart/2008/layout/LinedList"/>
    <dgm:cxn modelId="{EB02CF05-1EE5-4323-AF8E-4A5987B96A7F}" type="presParOf" srcId="{0017B1AB-E819-4FE7-9CE4-8AD74E728095}" destId="{B20B157F-EC28-4198-972C-3F9BB2E1EB7C}" srcOrd="0" destOrd="0" presId="urn:microsoft.com/office/officeart/2008/layout/LinedList"/>
    <dgm:cxn modelId="{E8F7323B-99B1-418B-8E78-756989CB0BDC}" type="presParOf" srcId="{0017B1AB-E819-4FE7-9CE4-8AD74E728095}" destId="{6ABF787A-D14D-4E01-AAF6-CD1B390D2584}" srcOrd="1" destOrd="0" presId="urn:microsoft.com/office/officeart/2008/layout/LinedList"/>
    <dgm:cxn modelId="{7119211E-3D1D-4655-B04B-27892CFEC492}" type="presParOf" srcId="{6ABF787A-D14D-4E01-AAF6-CD1B390D2584}" destId="{2CD3361C-0418-4BFC-AA23-A1FBED0E6197}" srcOrd="0" destOrd="0" presId="urn:microsoft.com/office/officeart/2008/layout/LinedList"/>
    <dgm:cxn modelId="{899F99AF-CF93-4B28-BFCB-B15C94F5BD27}" type="presParOf" srcId="{6ABF787A-D14D-4E01-AAF6-CD1B390D2584}" destId="{81315DB7-01F2-4237-9795-05C44697248F}" srcOrd="1" destOrd="0" presId="urn:microsoft.com/office/officeart/2008/layout/LinedList"/>
    <dgm:cxn modelId="{025EBD2B-F73D-4E35-B2FD-296654C46A5C}" type="presParOf" srcId="{0017B1AB-E819-4FE7-9CE4-8AD74E728095}" destId="{6D640084-0EA3-4DDF-8760-4E05C0D58059}" srcOrd="2" destOrd="0" presId="urn:microsoft.com/office/officeart/2008/layout/LinedList"/>
    <dgm:cxn modelId="{9BEF8822-EE79-4CC2-97A5-6661D9283CFD}" type="presParOf" srcId="{0017B1AB-E819-4FE7-9CE4-8AD74E728095}" destId="{10942181-D2B9-424B-813F-08E56B11B534}" srcOrd="3" destOrd="0" presId="urn:microsoft.com/office/officeart/2008/layout/LinedList"/>
    <dgm:cxn modelId="{A0300E52-2EF8-49EF-9E9C-44C11FCCCCC0}" type="presParOf" srcId="{10942181-D2B9-424B-813F-08E56B11B534}" destId="{272F89D2-C274-408F-BE02-8D538703FEDD}" srcOrd="0" destOrd="0" presId="urn:microsoft.com/office/officeart/2008/layout/LinedList"/>
    <dgm:cxn modelId="{0DE26036-5EF2-4B74-87B8-75E1AE4395A5}" type="presParOf" srcId="{10942181-D2B9-424B-813F-08E56B11B534}" destId="{D01E7D4D-31AA-42D5-9BF9-1C10EF29ED80}" srcOrd="1" destOrd="0" presId="urn:microsoft.com/office/officeart/2008/layout/LinedList"/>
    <dgm:cxn modelId="{56B60777-731E-4F91-83A9-F6759D660C30}" type="presParOf" srcId="{0017B1AB-E819-4FE7-9CE4-8AD74E728095}" destId="{D3350124-596D-4296-AABC-FC6A9F617456}" srcOrd="4" destOrd="0" presId="urn:microsoft.com/office/officeart/2008/layout/LinedList"/>
    <dgm:cxn modelId="{68D9B98F-8320-4DE1-B075-F7302576F9D2}" type="presParOf" srcId="{0017B1AB-E819-4FE7-9CE4-8AD74E728095}" destId="{8AA4E327-5E0F-45D0-A971-502D47C3FCC1}" srcOrd="5" destOrd="0" presId="urn:microsoft.com/office/officeart/2008/layout/LinedList"/>
    <dgm:cxn modelId="{3A3F68DD-E90D-45BA-A1CC-B3BEF1FF2379}" type="presParOf" srcId="{8AA4E327-5E0F-45D0-A971-502D47C3FCC1}" destId="{495593CF-9D93-4077-B25F-4740E9CF42C6}" srcOrd="0" destOrd="0" presId="urn:microsoft.com/office/officeart/2008/layout/LinedList"/>
    <dgm:cxn modelId="{2BC15D15-677E-4563-9E39-9145419E9C5E}" type="presParOf" srcId="{8AA4E327-5E0F-45D0-A971-502D47C3FCC1}" destId="{DDB7329A-6BF1-4654-925F-91A50FB67BA5}" srcOrd="1" destOrd="0" presId="urn:microsoft.com/office/officeart/2008/layout/LinedList"/>
    <dgm:cxn modelId="{D8BE3558-A229-47A6-B3DB-B73B89C77667}" type="presParOf" srcId="{0017B1AB-E819-4FE7-9CE4-8AD74E728095}" destId="{584C9925-8410-4A1B-B494-9E966C110539}" srcOrd="6" destOrd="0" presId="urn:microsoft.com/office/officeart/2008/layout/LinedList"/>
    <dgm:cxn modelId="{870314C4-6286-4CF7-85F7-FDDF2A692DC2}" type="presParOf" srcId="{0017B1AB-E819-4FE7-9CE4-8AD74E728095}" destId="{21E46DEF-76DD-472E-9C00-212B284680C0}" srcOrd="7" destOrd="0" presId="urn:microsoft.com/office/officeart/2008/layout/LinedList"/>
    <dgm:cxn modelId="{B11D3432-24EB-4754-BB1F-1E4D4B836C34}" type="presParOf" srcId="{21E46DEF-76DD-472E-9C00-212B284680C0}" destId="{E7775C53-36CF-4023-A6F9-19A6E270F0E4}" srcOrd="0" destOrd="0" presId="urn:microsoft.com/office/officeart/2008/layout/LinedList"/>
    <dgm:cxn modelId="{39A3EF0C-32E4-4409-AE67-EA64CED67E1F}" type="presParOf" srcId="{21E46DEF-76DD-472E-9C00-212B284680C0}" destId="{F6E9CA6F-0969-4B2F-BB24-DCEFFB75F32E}" srcOrd="1" destOrd="0" presId="urn:microsoft.com/office/officeart/2008/layout/LinedList"/>
    <dgm:cxn modelId="{E4B16F16-2CC9-4175-B63A-78D32863DA38}" type="presParOf" srcId="{0017B1AB-E819-4FE7-9CE4-8AD74E728095}" destId="{1E1D34D3-32FD-4130-A432-309912973D70}" srcOrd="8" destOrd="0" presId="urn:microsoft.com/office/officeart/2008/layout/LinedList"/>
    <dgm:cxn modelId="{4B5C84D6-569E-4F2E-9CE2-8DD7B50A0FA2}" type="presParOf" srcId="{0017B1AB-E819-4FE7-9CE4-8AD74E728095}" destId="{BA940AE6-1B64-48C3-B670-5BC20ABBC147}" srcOrd="9" destOrd="0" presId="urn:microsoft.com/office/officeart/2008/layout/LinedList"/>
    <dgm:cxn modelId="{B0E87995-5404-42C7-9299-84E6B3A1CE5F}" type="presParOf" srcId="{BA940AE6-1B64-48C3-B670-5BC20ABBC147}" destId="{E75D0039-AE47-4D3A-B2B6-F9B970E80F39}" srcOrd="0" destOrd="0" presId="urn:microsoft.com/office/officeart/2008/layout/LinedList"/>
    <dgm:cxn modelId="{45E2F9BE-B511-4379-AC61-C4079BC17E44}" type="presParOf" srcId="{BA940AE6-1B64-48C3-B670-5BC20ABBC147}" destId="{B75F0C3C-901E-4A0B-A009-FD69C312DAE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BD20F5-8B52-4251-831D-4C5DB1C5AFB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66F0ABE-08D9-4AE2-BA0E-020F8A199291}">
      <dgm:prSet/>
      <dgm:spPr/>
      <dgm:t>
        <a:bodyPr/>
        <a:lstStyle/>
        <a:p>
          <a:r>
            <a:rPr lang="en-US"/>
            <a:t>React Native mobile app </a:t>
          </a:r>
        </a:p>
      </dgm:t>
    </dgm:pt>
    <dgm:pt modelId="{D6CA92C9-DE02-460D-9B58-470A4949BE8A}" type="parTrans" cxnId="{CF78F4DF-C45B-48EA-B22D-BC3199815CA2}">
      <dgm:prSet/>
      <dgm:spPr/>
      <dgm:t>
        <a:bodyPr/>
        <a:lstStyle/>
        <a:p>
          <a:endParaRPr lang="en-US"/>
        </a:p>
      </dgm:t>
    </dgm:pt>
    <dgm:pt modelId="{510B1D0C-C08A-42B3-B6BE-92EA590E494C}" type="sibTrans" cxnId="{CF78F4DF-C45B-48EA-B22D-BC3199815CA2}">
      <dgm:prSet/>
      <dgm:spPr/>
      <dgm:t>
        <a:bodyPr/>
        <a:lstStyle/>
        <a:p>
          <a:endParaRPr lang="en-US"/>
        </a:p>
      </dgm:t>
    </dgm:pt>
    <dgm:pt modelId="{A78E4C71-EBBB-4C17-B045-E1BEA7BA88E8}">
      <dgm:prSet/>
      <dgm:spPr/>
      <dgm:t>
        <a:bodyPr/>
        <a:lstStyle/>
        <a:p>
          <a:r>
            <a:rPr lang="en-US"/>
            <a:t>FastAPI backend </a:t>
          </a:r>
        </a:p>
      </dgm:t>
    </dgm:pt>
    <dgm:pt modelId="{682EC4DE-2A34-441C-936D-968FD480E495}" type="parTrans" cxnId="{E67154B3-9FF0-494C-9526-9E8ECF0216BC}">
      <dgm:prSet/>
      <dgm:spPr/>
      <dgm:t>
        <a:bodyPr/>
        <a:lstStyle/>
        <a:p>
          <a:endParaRPr lang="en-US"/>
        </a:p>
      </dgm:t>
    </dgm:pt>
    <dgm:pt modelId="{08420968-CC45-4D88-A06E-CEF863F5F5C9}" type="sibTrans" cxnId="{E67154B3-9FF0-494C-9526-9E8ECF0216BC}">
      <dgm:prSet/>
      <dgm:spPr/>
      <dgm:t>
        <a:bodyPr/>
        <a:lstStyle/>
        <a:p>
          <a:endParaRPr lang="en-US"/>
        </a:p>
      </dgm:t>
    </dgm:pt>
    <dgm:pt modelId="{F7E4186D-8B9A-4BE9-9290-92E5ABE7731A}">
      <dgm:prSet/>
      <dgm:spPr/>
      <dgm:t>
        <a:bodyPr/>
        <a:lstStyle/>
        <a:p>
          <a:r>
            <a:rPr lang="en-US"/>
            <a:t>Voice + drawing telemetry </a:t>
          </a:r>
        </a:p>
      </dgm:t>
    </dgm:pt>
    <dgm:pt modelId="{D94BB57F-0901-4FE5-B0F8-81DC106E0FD7}" type="parTrans" cxnId="{25F8C269-592D-4591-BF6A-1041E291C42B}">
      <dgm:prSet/>
      <dgm:spPr/>
      <dgm:t>
        <a:bodyPr/>
        <a:lstStyle/>
        <a:p>
          <a:endParaRPr lang="en-US"/>
        </a:p>
      </dgm:t>
    </dgm:pt>
    <dgm:pt modelId="{45DA9EAC-3796-4E2C-B0C4-F1AFFA10877C}" type="sibTrans" cxnId="{25F8C269-592D-4591-BF6A-1041E291C42B}">
      <dgm:prSet/>
      <dgm:spPr/>
      <dgm:t>
        <a:bodyPr/>
        <a:lstStyle/>
        <a:p>
          <a:endParaRPr lang="en-US"/>
        </a:p>
      </dgm:t>
    </dgm:pt>
    <dgm:pt modelId="{BAF7840D-F8CF-4E95-A275-3F870D751D19}">
      <dgm:prSet/>
      <dgm:spPr/>
      <dgm:t>
        <a:bodyPr/>
        <a:lstStyle/>
        <a:p>
          <a:r>
            <a:rPr lang="en-US" dirty="0"/>
            <a:t>Dementia tested speech pipeline </a:t>
          </a:r>
        </a:p>
      </dgm:t>
    </dgm:pt>
    <dgm:pt modelId="{EE4C71C7-A6F7-444F-8938-3B1E48A16260}" type="parTrans" cxnId="{25004FE4-6518-4B64-87C3-FD66C3090FA3}">
      <dgm:prSet/>
      <dgm:spPr/>
      <dgm:t>
        <a:bodyPr/>
        <a:lstStyle/>
        <a:p>
          <a:endParaRPr lang="en-US"/>
        </a:p>
      </dgm:t>
    </dgm:pt>
    <dgm:pt modelId="{C90A8741-5580-408F-9C97-18BB674B7AA3}" type="sibTrans" cxnId="{25004FE4-6518-4B64-87C3-FD66C3090FA3}">
      <dgm:prSet/>
      <dgm:spPr/>
      <dgm:t>
        <a:bodyPr/>
        <a:lstStyle/>
        <a:p>
          <a:endParaRPr lang="en-US"/>
        </a:p>
      </dgm:t>
    </dgm:pt>
    <dgm:pt modelId="{16BA007E-985A-4664-B619-DF8DA7B95B21}">
      <dgm:prSet/>
      <dgm:spPr/>
      <dgm:t>
        <a:bodyPr/>
        <a:lstStyle/>
        <a:p>
          <a:r>
            <a:rPr lang="en-US"/>
            <a:t>Rule-based domain scoring for MVP</a:t>
          </a:r>
        </a:p>
      </dgm:t>
    </dgm:pt>
    <dgm:pt modelId="{B243590C-73F2-48F7-97F5-2E4362F2FD68}" type="parTrans" cxnId="{CE252D1C-1051-4541-BEA8-72AB21B148F0}">
      <dgm:prSet/>
      <dgm:spPr/>
      <dgm:t>
        <a:bodyPr/>
        <a:lstStyle/>
        <a:p>
          <a:endParaRPr lang="en-US"/>
        </a:p>
      </dgm:t>
    </dgm:pt>
    <dgm:pt modelId="{B7266AEC-8E29-42E7-B941-EA9EB1C5F8DE}" type="sibTrans" cxnId="{CE252D1C-1051-4541-BEA8-72AB21B148F0}">
      <dgm:prSet/>
      <dgm:spPr/>
      <dgm:t>
        <a:bodyPr/>
        <a:lstStyle/>
        <a:p>
          <a:endParaRPr lang="en-US"/>
        </a:p>
      </dgm:t>
    </dgm:pt>
    <dgm:pt modelId="{3440ED24-DCB7-4DFF-8251-201B477401B8}" type="pres">
      <dgm:prSet presAssocID="{F5BD20F5-8B52-4251-831D-4C5DB1C5AFB5}" presName="root" presStyleCnt="0">
        <dgm:presLayoutVars>
          <dgm:dir/>
          <dgm:resizeHandles val="exact"/>
        </dgm:presLayoutVars>
      </dgm:prSet>
      <dgm:spPr/>
    </dgm:pt>
    <dgm:pt modelId="{A436E567-7C5E-4114-B64C-1FE8B37CE855}" type="pres">
      <dgm:prSet presAssocID="{066F0ABE-08D9-4AE2-BA0E-020F8A199291}" presName="compNode" presStyleCnt="0"/>
      <dgm:spPr/>
    </dgm:pt>
    <dgm:pt modelId="{C9BA512E-EB32-45E2-BA64-808E8A3BE259}" type="pres">
      <dgm:prSet presAssocID="{066F0ABE-08D9-4AE2-BA0E-020F8A19929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4A3D8B8-49F8-46ED-9D63-F2500F6A14B1}" type="pres">
      <dgm:prSet presAssocID="{066F0ABE-08D9-4AE2-BA0E-020F8A199291}" presName="spaceRect" presStyleCnt="0"/>
      <dgm:spPr/>
    </dgm:pt>
    <dgm:pt modelId="{8AA1EC17-4C06-43CB-A7CA-2665B01D28E6}" type="pres">
      <dgm:prSet presAssocID="{066F0ABE-08D9-4AE2-BA0E-020F8A199291}" presName="textRect" presStyleLbl="revTx" presStyleIdx="0" presStyleCnt="5">
        <dgm:presLayoutVars>
          <dgm:chMax val="1"/>
          <dgm:chPref val="1"/>
        </dgm:presLayoutVars>
      </dgm:prSet>
      <dgm:spPr/>
    </dgm:pt>
    <dgm:pt modelId="{3E78DCF2-356B-476C-8520-3F59AD49972F}" type="pres">
      <dgm:prSet presAssocID="{510B1D0C-C08A-42B3-B6BE-92EA590E494C}" presName="sibTrans" presStyleCnt="0"/>
      <dgm:spPr/>
    </dgm:pt>
    <dgm:pt modelId="{47C8A1B3-CC73-46FF-9C53-E82B07F312B7}" type="pres">
      <dgm:prSet presAssocID="{A78E4C71-EBBB-4C17-B045-E1BEA7BA88E8}" presName="compNode" presStyleCnt="0"/>
      <dgm:spPr/>
    </dgm:pt>
    <dgm:pt modelId="{B763608A-A19E-4584-8340-00D149FFA8D7}" type="pres">
      <dgm:prSet presAssocID="{A78E4C71-EBBB-4C17-B045-E1BEA7BA88E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EE411BC-66C1-4946-A03A-2A3630BB90FC}" type="pres">
      <dgm:prSet presAssocID="{A78E4C71-EBBB-4C17-B045-E1BEA7BA88E8}" presName="spaceRect" presStyleCnt="0"/>
      <dgm:spPr/>
    </dgm:pt>
    <dgm:pt modelId="{A0589083-3DE8-46FB-A4CE-9F27EB5E9CFC}" type="pres">
      <dgm:prSet presAssocID="{A78E4C71-EBBB-4C17-B045-E1BEA7BA88E8}" presName="textRect" presStyleLbl="revTx" presStyleIdx="1" presStyleCnt="5">
        <dgm:presLayoutVars>
          <dgm:chMax val="1"/>
          <dgm:chPref val="1"/>
        </dgm:presLayoutVars>
      </dgm:prSet>
      <dgm:spPr/>
    </dgm:pt>
    <dgm:pt modelId="{90D59077-39B0-4037-B5F8-0622E32B3133}" type="pres">
      <dgm:prSet presAssocID="{08420968-CC45-4D88-A06E-CEF863F5F5C9}" presName="sibTrans" presStyleCnt="0"/>
      <dgm:spPr/>
    </dgm:pt>
    <dgm:pt modelId="{92B0EA1C-B497-4AC0-A2E2-610BD45831E3}" type="pres">
      <dgm:prSet presAssocID="{F7E4186D-8B9A-4BE9-9290-92E5ABE7731A}" presName="compNode" presStyleCnt="0"/>
      <dgm:spPr/>
    </dgm:pt>
    <dgm:pt modelId="{EF983C1F-1917-42FE-BA22-0DBA92F7C47F}" type="pres">
      <dgm:prSet presAssocID="{F7E4186D-8B9A-4BE9-9290-92E5ABE7731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01F59A35-7469-4FA9-908D-83EC678C4161}" type="pres">
      <dgm:prSet presAssocID="{F7E4186D-8B9A-4BE9-9290-92E5ABE7731A}" presName="spaceRect" presStyleCnt="0"/>
      <dgm:spPr/>
    </dgm:pt>
    <dgm:pt modelId="{E3D3BB32-BA97-4FCA-BB42-67B9E9192B67}" type="pres">
      <dgm:prSet presAssocID="{F7E4186D-8B9A-4BE9-9290-92E5ABE7731A}" presName="textRect" presStyleLbl="revTx" presStyleIdx="2" presStyleCnt="5">
        <dgm:presLayoutVars>
          <dgm:chMax val="1"/>
          <dgm:chPref val="1"/>
        </dgm:presLayoutVars>
      </dgm:prSet>
      <dgm:spPr/>
    </dgm:pt>
    <dgm:pt modelId="{DBA07278-62DD-4B08-B610-2FBCEC51E4ED}" type="pres">
      <dgm:prSet presAssocID="{45DA9EAC-3796-4E2C-B0C4-F1AFFA10877C}" presName="sibTrans" presStyleCnt="0"/>
      <dgm:spPr/>
    </dgm:pt>
    <dgm:pt modelId="{68073BE0-63BA-4B44-8E73-1FB0EF605003}" type="pres">
      <dgm:prSet presAssocID="{BAF7840D-F8CF-4E95-A275-3F870D751D19}" presName="compNode" presStyleCnt="0"/>
      <dgm:spPr/>
    </dgm:pt>
    <dgm:pt modelId="{9278DFE6-9BE5-4A70-8389-2981B058BB7B}" type="pres">
      <dgm:prSet presAssocID="{BAF7840D-F8CF-4E95-A275-3F870D751D1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ume"/>
        </a:ext>
      </dgm:extLst>
    </dgm:pt>
    <dgm:pt modelId="{96CB9C5C-7C7D-4BC4-9CB2-80C3ED5E9F92}" type="pres">
      <dgm:prSet presAssocID="{BAF7840D-F8CF-4E95-A275-3F870D751D19}" presName="spaceRect" presStyleCnt="0"/>
      <dgm:spPr/>
    </dgm:pt>
    <dgm:pt modelId="{DFCB8182-0341-4686-AC6F-F66DA539F974}" type="pres">
      <dgm:prSet presAssocID="{BAF7840D-F8CF-4E95-A275-3F870D751D19}" presName="textRect" presStyleLbl="revTx" presStyleIdx="3" presStyleCnt="5">
        <dgm:presLayoutVars>
          <dgm:chMax val="1"/>
          <dgm:chPref val="1"/>
        </dgm:presLayoutVars>
      </dgm:prSet>
      <dgm:spPr/>
    </dgm:pt>
    <dgm:pt modelId="{A38B46EC-9DB1-4592-8437-2DBE79FBEC49}" type="pres">
      <dgm:prSet presAssocID="{C90A8741-5580-408F-9C97-18BB674B7AA3}" presName="sibTrans" presStyleCnt="0"/>
      <dgm:spPr/>
    </dgm:pt>
    <dgm:pt modelId="{106DDA0B-A932-428F-A790-C8B14ACBE845}" type="pres">
      <dgm:prSet presAssocID="{16BA007E-985A-4664-B619-DF8DA7B95B21}" presName="compNode" presStyleCnt="0"/>
      <dgm:spPr/>
    </dgm:pt>
    <dgm:pt modelId="{7B52339C-0623-4EFE-9A25-02DFF1AC43C3}" type="pres">
      <dgm:prSet presAssocID="{16BA007E-985A-4664-B619-DF8DA7B95B2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FFAE418-4204-4DE9-A2AB-D96B02EE8044}" type="pres">
      <dgm:prSet presAssocID="{16BA007E-985A-4664-B619-DF8DA7B95B21}" presName="spaceRect" presStyleCnt="0"/>
      <dgm:spPr/>
    </dgm:pt>
    <dgm:pt modelId="{B4A188E6-D3B2-4325-8E93-C29298F78E43}" type="pres">
      <dgm:prSet presAssocID="{16BA007E-985A-4664-B619-DF8DA7B95B2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E252D1C-1051-4541-BEA8-72AB21B148F0}" srcId="{F5BD20F5-8B52-4251-831D-4C5DB1C5AFB5}" destId="{16BA007E-985A-4664-B619-DF8DA7B95B21}" srcOrd="4" destOrd="0" parTransId="{B243590C-73F2-48F7-97F5-2E4362F2FD68}" sibTransId="{B7266AEC-8E29-42E7-B941-EA9EB1C5F8DE}"/>
    <dgm:cxn modelId="{BAC62029-6B05-431D-9C8D-67845781ED5F}" type="presOf" srcId="{A78E4C71-EBBB-4C17-B045-E1BEA7BA88E8}" destId="{A0589083-3DE8-46FB-A4CE-9F27EB5E9CFC}" srcOrd="0" destOrd="0" presId="urn:microsoft.com/office/officeart/2018/2/layout/IconLabelList"/>
    <dgm:cxn modelId="{09E1BE2E-F7D5-4CBD-8390-28E8A364CD95}" type="presOf" srcId="{BAF7840D-F8CF-4E95-A275-3F870D751D19}" destId="{DFCB8182-0341-4686-AC6F-F66DA539F974}" srcOrd="0" destOrd="0" presId="urn:microsoft.com/office/officeart/2018/2/layout/IconLabelList"/>
    <dgm:cxn modelId="{70D4535D-D819-4FB2-8A2C-B238E835194F}" type="presOf" srcId="{066F0ABE-08D9-4AE2-BA0E-020F8A199291}" destId="{8AA1EC17-4C06-43CB-A7CA-2665B01D28E6}" srcOrd="0" destOrd="0" presId="urn:microsoft.com/office/officeart/2018/2/layout/IconLabelList"/>
    <dgm:cxn modelId="{25F8C269-592D-4591-BF6A-1041E291C42B}" srcId="{F5BD20F5-8B52-4251-831D-4C5DB1C5AFB5}" destId="{F7E4186D-8B9A-4BE9-9290-92E5ABE7731A}" srcOrd="2" destOrd="0" parTransId="{D94BB57F-0901-4FE5-B0F8-81DC106E0FD7}" sibTransId="{45DA9EAC-3796-4E2C-B0C4-F1AFFA10877C}"/>
    <dgm:cxn modelId="{065EE97E-5E90-4C86-AC66-CE2FD375A124}" type="presOf" srcId="{16BA007E-985A-4664-B619-DF8DA7B95B21}" destId="{B4A188E6-D3B2-4325-8E93-C29298F78E43}" srcOrd="0" destOrd="0" presId="urn:microsoft.com/office/officeart/2018/2/layout/IconLabelList"/>
    <dgm:cxn modelId="{E67154B3-9FF0-494C-9526-9E8ECF0216BC}" srcId="{F5BD20F5-8B52-4251-831D-4C5DB1C5AFB5}" destId="{A78E4C71-EBBB-4C17-B045-E1BEA7BA88E8}" srcOrd="1" destOrd="0" parTransId="{682EC4DE-2A34-441C-936D-968FD480E495}" sibTransId="{08420968-CC45-4D88-A06E-CEF863F5F5C9}"/>
    <dgm:cxn modelId="{CF78F4DF-C45B-48EA-B22D-BC3199815CA2}" srcId="{F5BD20F5-8B52-4251-831D-4C5DB1C5AFB5}" destId="{066F0ABE-08D9-4AE2-BA0E-020F8A199291}" srcOrd="0" destOrd="0" parTransId="{D6CA92C9-DE02-460D-9B58-470A4949BE8A}" sibTransId="{510B1D0C-C08A-42B3-B6BE-92EA590E494C}"/>
    <dgm:cxn modelId="{25004FE4-6518-4B64-87C3-FD66C3090FA3}" srcId="{F5BD20F5-8B52-4251-831D-4C5DB1C5AFB5}" destId="{BAF7840D-F8CF-4E95-A275-3F870D751D19}" srcOrd="3" destOrd="0" parTransId="{EE4C71C7-A6F7-444F-8938-3B1E48A16260}" sibTransId="{C90A8741-5580-408F-9C97-18BB674B7AA3}"/>
    <dgm:cxn modelId="{6C2D18FA-110E-4DCA-92F5-F5627CD4F2EE}" type="presOf" srcId="{F5BD20F5-8B52-4251-831D-4C5DB1C5AFB5}" destId="{3440ED24-DCB7-4DFF-8251-201B477401B8}" srcOrd="0" destOrd="0" presId="urn:microsoft.com/office/officeart/2018/2/layout/IconLabelList"/>
    <dgm:cxn modelId="{B2016CFF-10D9-44E7-93FA-50658DE8E451}" type="presOf" srcId="{F7E4186D-8B9A-4BE9-9290-92E5ABE7731A}" destId="{E3D3BB32-BA97-4FCA-BB42-67B9E9192B67}" srcOrd="0" destOrd="0" presId="urn:microsoft.com/office/officeart/2018/2/layout/IconLabelList"/>
    <dgm:cxn modelId="{85CA7F73-0AF7-4B24-8562-3BE999C1A122}" type="presParOf" srcId="{3440ED24-DCB7-4DFF-8251-201B477401B8}" destId="{A436E567-7C5E-4114-B64C-1FE8B37CE855}" srcOrd="0" destOrd="0" presId="urn:microsoft.com/office/officeart/2018/2/layout/IconLabelList"/>
    <dgm:cxn modelId="{E0635BD5-0212-4D9F-AF1E-F59C67B76CAA}" type="presParOf" srcId="{A436E567-7C5E-4114-B64C-1FE8B37CE855}" destId="{C9BA512E-EB32-45E2-BA64-808E8A3BE259}" srcOrd="0" destOrd="0" presId="urn:microsoft.com/office/officeart/2018/2/layout/IconLabelList"/>
    <dgm:cxn modelId="{2107A182-34BA-4908-B606-1EFD33F21055}" type="presParOf" srcId="{A436E567-7C5E-4114-B64C-1FE8B37CE855}" destId="{44A3D8B8-49F8-46ED-9D63-F2500F6A14B1}" srcOrd="1" destOrd="0" presId="urn:microsoft.com/office/officeart/2018/2/layout/IconLabelList"/>
    <dgm:cxn modelId="{F72B4276-9201-45FF-A41E-ABB80697483A}" type="presParOf" srcId="{A436E567-7C5E-4114-B64C-1FE8B37CE855}" destId="{8AA1EC17-4C06-43CB-A7CA-2665B01D28E6}" srcOrd="2" destOrd="0" presId="urn:microsoft.com/office/officeart/2018/2/layout/IconLabelList"/>
    <dgm:cxn modelId="{609E16A5-018F-4214-9166-3E0DC0EED7A5}" type="presParOf" srcId="{3440ED24-DCB7-4DFF-8251-201B477401B8}" destId="{3E78DCF2-356B-476C-8520-3F59AD49972F}" srcOrd="1" destOrd="0" presId="urn:microsoft.com/office/officeart/2018/2/layout/IconLabelList"/>
    <dgm:cxn modelId="{8DBB711B-0C27-4502-BC4E-230DCCAEBEFF}" type="presParOf" srcId="{3440ED24-DCB7-4DFF-8251-201B477401B8}" destId="{47C8A1B3-CC73-46FF-9C53-E82B07F312B7}" srcOrd="2" destOrd="0" presId="urn:microsoft.com/office/officeart/2018/2/layout/IconLabelList"/>
    <dgm:cxn modelId="{01E096FC-D17C-423D-8208-E7BEBBC389D2}" type="presParOf" srcId="{47C8A1B3-CC73-46FF-9C53-E82B07F312B7}" destId="{B763608A-A19E-4584-8340-00D149FFA8D7}" srcOrd="0" destOrd="0" presId="urn:microsoft.com/office/officeart/2018/2/layout/IconLabelList"/>
    <dgm:cxn modelId="{C4BFC911-6A29-439B-BC22-09B3CD791311}" type="presParOf" srcId="{47C8A1B3-CC73-46FF-9C53-E82B07F312B7}" destId="{7EE411BC-66C1-4946-A03A-2A3630BB90FC}" srcOrd="1" destOrd="0" presId="urn:microsoft.com/office/officeart/2018/2/layout/IconLabelList"/>
    <dgm:cxn modelId="{AF68D261-2F83-41BC-B3EC-58BFE2719761}" type="presParOf" srcId="{47C8A1B3-CC73-46FF-9C53-E82B07F312B7}" destId="{A0589083-3DE8-46FB-A4CE-9F27EB5E9CFC}" srcOrd="2" destOrd="0" presId="urn:microsoft.com/office/officeart/2018/2/layout/IconLabelList"/>
    <dgm:cxn modelId="{F76E63FF-7B1F-41DF-B44C-0B3CF66C7325}" type="presParOf" srcId="{3440ED24-DCB7-4DFF-8251-201B477401B8}" destId="{90D59077-39B0-4037-B5F8-0622E32B3133}" srcOrd="3" destOrd="0" presId="urn:microsoft.com/office/officeart/2018/2/layout/IconLabelList"/>
    <dgm:cxn modelId="{45EBA502-C88D-4F9D-87B1-20047E8D124B}" type="presParOf" srcId="{3440ED24-DCB7-4DFF-8251-201B477401B8}" destId="{92B0EA1C-B497-4AC0-A2E2-610BD45831E3}" srcOrd="4" destOrd="0" presId="urn:microsoft.com/office/officeart/2018/2/layout/IconLabelList"/>
    <dgm:cxn modelId="{53EC36F0-B2DE-4615-9207-AC20B2D2ED55}" type="presParOf" srcId="{92B0EA1C-B497-4AC0-A2E2-610BD45831E3}" destId="{EF983C1F-1917-42FE-BA22-0DBA92F7C47F}" srcOrd="0" destOrd="0" presId="urn:microsoft.com/office/officeart/2018/2/layout/IconLabelList"/>
    <dgm:cxn modelId="{8B68C12E-A8CF-489E-BE7C-6A36F8E6C046}" type="presParOf" srcId="{92B0EA1C-B497-4AC0-A2E2-610BD45831E3}" destId="{01F59A35-7469-4FA9-908D-83EC678C4161}" srcOrd="1" destOrd="0" presId="urn:microsoft.com/office/officeart/2018/2/layout/IconLabelList"/>
    <dgm:cxn modelId="{80F251F9-09BE-4CFB-B9EF-7D4E9C8D6E6C}" type="presParOf" srcId="{92B0EA1C-B497-4AC0-A2E2-610BD45831E3}" destId="{E3D3BB32-BA97-4FCA-BB42-67B9E9192B67}" srcOrd="2" destOrd="0" presId="urn:microsoft.com/office/officeart/2018/2/layout/IconLabelList"/>
    <dgm:cxn modelId="{6E3EE4C8-3E71-4E94-89B4-69A9A5190D25}" type="presParOf" srcId="{3440ED24-DCB7-4DFF-8251-201B477401B8}" destId="{DBA07278-62DD-4B08-B610-2FBCEC51E4ED}" srcOrd="5" destOrd="0" presId="urn:microsoft.com/office/officeart/2018/2/layout/IconLabelList"/>
    <dgm:cxn modelId="{4ECFA955-F2FC-4D1A-97CA-B4A94AA1818F}" type="presParOf" srcId="{3440ED24-DCB7-4DFF-8251-201B477401B8}" destId="{68073BE0-63BA-4B44-8E73-1FB0EF605003}" srcOrd="6" destOrd="0" presId="urn:microsoft.com/office/officeart/2018/2/layout/IconLabelList"/>
    <dgm:cxn modelId="{DC699ADC-E3B2-4208-BB3F-C0C7EB31FE1A}" type="presParOf" srcId="{68073BE0-63BA-4B44-8E73-1FB0EF605003}" destId="{9278DFE6-9BE5-4A70-8389-2981B058BB7B}" srcOrd="0" destOrd="0" presId="urn:microsoft.com/office/officeart/2018/2/layout/IconLabelList"/>
    <dgm:cxn modelId="{8B811BF3-B6C8-404D-9AB0-CF66B9C8C258}" type="presParOf" srcId="{68073BE0-63BA-4B44-8E73-1FB0EF605003}" destId="{96CB9C5C-7C7D-4BC4-9CB2-80C3ED5E9F92}" srcOrd="1" destOrd="0" presId="urn:microsoft.com/office/officeart/2018/2/layout/IconLabelList"/>
    <dgm:cxn modelId="{BEB2BB3E-B583-4D9A-8F0C-87955093302A}" type="presParOf" srcId="{68073BE0-63BA-4B44-8E73-1FB0EF605003}" destId="{DFCB8182-0341-4686-AC6F-F66DA539F974}" srcOrd="2" destOrd="0" presId="urn:microsoft.com/office/officeart/2018/2/layout/IconLabelList"/>
    <dgm:cxn modelId="{D205C2BD-36C5-47DB-9721-E51E963BFD7B}" type="presParOf" srcId="{3440ED24-DCB7-4DFF-8251-201B477401B8}" destId="{A38B46EC-9DB1-4592-8437-2DBE79FBEC49}" srcOrd="7" destOrd="0" presId="urn:microsoft.com/office/officeart/2018/2/layout/IconLabelList"/>
    <dgm:cxn modelId="{5A2D657C-389F-4261-85DC-4447A43133CF}" type="presParOf" srcId="{3440ED24-DCB7-4DFF-8251-201B477401B8}" destId="{106DDA0B-A932-428F-A790-C8B14ACBE845}" srcOrd="8" destOrd="0" presId="urn:microsoft.com/office/officeart/2018/2/layout/IconLabelList"/>
    <dgm:cxn modelId="{DFB68E41-7A87-4DF6-B404-B64690FC2746}" type="presParOf" srcId="{106DDA0B-A932-428F-A790-C8B14ACBE845}" destId="{7B52339C-0623-4EFE-9A25-02DFF1AC43C3}" srcOrd="0" destOrd="0" presId="urn:microsoft.com/office/officeart/2018/2/layout/IconLabelList"/>
    <dgm:cxn modelId="{C4409793-2DA9-419C-AF2A-7EC4B7CDE7CF}" type="presParOf" srcId="{106DDA0B-A932-428F-A790-C8B14ACBE845}" destId="{CFFAE418-4204-4DE9-A2AB-D96B02EE8044}" srcOrd="1" destOrd="0" presId="urn:microsoft.com/office/officeart/2018/2/layout/IconLabelList"/>
    <dgm:cxn modelId="{3A069A8A-B972-4206-98EA-CB463532C78A}" type="presParOf" srcId="{106DDA0B-A932-428F-A790-C8B14ACBE845}" destId="{B4A188E6-D3B2-4325-8E93-C29298F78E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0B157F-EC28-4198-972C-3F9BB2E1EB7C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3361C-0418-4BFC-AA23-A1FBED0E6197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Not another dementia game </a:t>
          </a:r>
        </a:p>
      </dsp:txBody>
      <dsp:txXfrm>
        <a:off x="0" y="675"/>
        <a:ext cx="6900512" cy="1106957"/>
      </dsp:txXfrm>
    </dsp:sp>
    <dsp:sp modelId="{6D640084-0EA3-4DDF-8760-4E05C0D58059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F89D2-C274-408F-BE02-8D538703FEDD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Singapore-localised tasks </a:t>
          </a:r>
        </a:p>
      </dsp:txBody>
      <dsp:txXfrm>
        <a:off x="0" y="1107633"/>
        <a:ext cx="6900512" cy="1106957"/>
      </dsp:txXfrm>
    </dsp:sp>
    <dsp:sp modelId="{D3350124-596D-4296-AABC-FC6A9F617456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5593CF-9D93-4077-B25F-4740E9CF42C6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Caregiver-linked observations</a:t>
          </a:r>
        </a:p>
      </dsp:txBody>
      <dsp:txXfrm>
        <a:off x="0" y="2214591"/>
        <a:ext cx="6900512" cy="1106957"/>
      </dsp:txXfrm>
    </dsp:sp>
    <dsp:sp modelId="{584C9925-8410-4A1B-B494-9E966C110539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75C53-36CF-4023-A6F9-19A6E270F0E4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Longitudinal tracking </a:t>
          </a:r>
        </a:p>
      </dsp:txBody>
      <dsp:txXfrm>
        <a:off x="0" y="3321549"/>
        <a:ext cx="6900512" cy="1106957"/>
      </dsp:txXfrm>
    </dsp:sp>
    <dsp:sp modelId="{1E1D34D3-32FD-4130-A432-309912973D70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D0039-AE47-4D3A-B2B6-F9B970E80F39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GP-ready handoff</a:t>
          </a:r>
        </a:p>
      </dsp:txBody>
      <dsp:txXfrm>
        <a:off x="0" y="4428507"/>
        <a:ext cx="6900512" cy="1106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A512E-EB32-45E2-BA64-808E8A3BE259}">
      <dsp:nvSpPr>
        <dsp:cNvPr id="0" name=""/>
        <dsp:cNvSpPr/>
      </dsp:nvSpPr>
      <dsp:spPr>
        <a:xfrm>
          <a:off x="554220" y="70490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1EC17-4C06-43CB-A7CA-2665B01D28E6}">
      <dsp:nvSpPr>
        <dsp:cNvPr id="0" name=""/>
        <dsp:cNvSpPr/>
      </dsp:nvSpPr>
      <dsp:spPr>
        <a:xfrm>
          <a:off x="5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React Native mobile app </a:t>
          </a:r>
        </a:p>
      </dsp:txBody>
      <dsp:txXfrm>
        <a:off x="59220" y="1784992"/>
        <a:ext cx="1800000" cy="720000"/>
      </dsp:txXfrm>
    </dsp:sp>
    <dsp:sp modelId="{B763608A-A19E-4584-8340-00D149FFA8D7}">
      <dsp:nvSpPr>
        <dsp:cNvPr id="0" name=""/>
        <dsp:cNvSpPr/>
      </dsp:nvSpPr>
      <dsp:spPr>
        <a:xfrm>
          <a:off x="2669220" y="70490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89083-3DE8-46FB-A4CE-9F27EB5E9CFC}">
      <dsp:nvSpPr>
        <dsp:cNvPr id="0" name=""/>
        <dsp:cNvSpPr/>
      </dsp:nvSpPr>
      <dsp:spPr>
        <a:xfrm>
          <a:off x="2174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FastAPI backend </a:t>
          </a:r>
        </a:p>
      </dsp:txBody>
      <dsp:txXfrm>
        <a:off x="2174220" y="1784992"/>
        <a:ext cx="1800000" cy="720000"/>
      </dsp:txXfrm>
    </dsp:sp>
    <dsp:sp modelId="{EF983C1F-1917-42FE-BA22-0DBA92F7C47F}">
      <dsp:nvSpPr>
        <dsp:cNvPr id="0" name=""/>
        <dsp:cNvSpPr/>
      </dsp:nvSpPr>
      <dsp:spPr>
        <a:xfrm>
          <a:off x="4784220" y="70490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3BB32-BA97-4FCA-BB42-67B9E9192B67}">
      <dsp:nvSpPr>
        <dsp:cNvPr id="0" name=""/>
        <dsp:cNvSpPr/>
      </dsp:nvSpPr>
      <dsp:spPr>
        <a:xfrm>
          <a:off x="428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Voice + drawing telemetry </a:t>
          </a:r>
        </a:p>
      </dsp:txBody>
      <dsp:txXfrm>
        <a:off x="4289220" y="1784992"/>
        <a:ext cx="1800000" cy="720000"/>
      </dsp:txXfrm>
    </dsp:sp>
    <dsp:sp modelId="{9278DFE6-9BE5-4A70-8389-2981B058BB7B}">
      <dsp:nvSpPr>
        <dsp:cNvPr id="0" name=""/>
        <dsp:cNvSpPr/>
      </dsp:nvSpPr>
      <dsp:spPr>
        <a:xfrm>
          <a:off x="6899220" y="70490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B8182-0341-4686-AC6F-F66DA539F974}">
      <dsp:nvSpPr>
        <dsp:cNvPr id="0" name=""/>
        <dsp:cNvSpPr/>
      </dsp:nvSpPr>
      <dsp:spPr>
        <a:xfrm>
          <a:off x="6404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Dementia tested speech pipeline </a:t>
          </a:r>
        </a:p>
      </dsp:txBody>
      <dsp:txXfrm>
        <a:off x="6404220" y="1784992"/>
        <a:ext cx="1800000" cy="720000"/>
      </dsp:txXfrm>
    </dsp:sp>
    <dsp:sp modelId="{7B52339C-0623-4EFE-9A25-02DFF1AC43C3}">
      <dsp:nvSpPr>
        <dsp:cNvPr id="0" name=""/>
        <dsp:cNvSpPr/>
      </dsp:nvSpPr>
      <dsp:spPr>
        <a:xfrm>
          <a:off x="9014220" y="70490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188E6-D3B2-4325-8E93-C29298F78E43}">
      <dsp:nvSpPr>
        <dsp:cNvPr id="0" name=""/>
        <dsp:cNvSpPr/>
      </dsp:nvSpPr>
      <dsp:spPr>
        <a:xfrm>
          <a:off x="851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Rule-based domain scoring for MVP</a:t>
          </a:r>
        </a:p>
      </dsp:txBody>
      <dsp:txXfrm>
        <a:off x="8519220" y="178499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3DA3C-CEFA-E2E0-B828-71C3BE9CF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A3146-9012-D9A9-BD6E-E2FBF3159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69304-F681-5B0B-7C9C-0CAFDDA0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68FC1-3937-3042-0C01-766DBE87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AC4F0-1511-B2D9-8E81-6ED49BF5D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55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6A795-0B7C-9BDB-E396-C82951F5C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DFF73-5649-1B73-EFAE-C766D5AF6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EB5A-B662-C413-5B3A-676E27A9C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D98EA-BC17-7E66-302A-6F0B531B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6C2F6-51E2-AC0D-6571-A82E4204F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3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293C-EDEA-2740-1A1F-5C2C7F36D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8AA14-6058-C7DF-6B76-5C52C3E08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5A226-D19D-4DD8-F32D-4EBB22D68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131DC-9C7A-25DE-9A5C-AE8F0476E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8F8D8-28B2-D24F-D763-7692D43F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25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B645-E721-AFFD-1570-B5A5A7E9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037B8-618F-4422-57CF-16C3EFBB1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28003-9030-11E1-5BF8-7E804DFFC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10E93-BDE3-75B0-82F4-4E441473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C359B-92E4-42C0-31BC-AB640D23A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7DAD7-3103-9CAE-E847-7C3131F9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3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BA8CF-3C57-5BFB-C648-62B4D7447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E8210-F74D-AC13-7412-2AF9A5522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AE04A-2117-ABF5-37A9-36494B17D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FB5D3-C864-8901-82DA-B1A3B1EB1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2A08A-8426-659E-C1C4-E0C42F3A6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CFE0D1-1610-049B-4208-0A3FE1FFB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91E3A7-C0B6-34C3-CE9B-F125006D2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27D122-7B9D-F14F-D9F0-7FC0594D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0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D44D-70CE-A895-2EC0-7B60A1100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232C8B-1C33-848C-B964-1FB99E79F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9E910-9C26-1E19-1E99-877AC7EA5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2FA00-DBBA-86D6-5B8F-8EABDE170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4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8FCEA-CBAD-5007-7565-D51F057A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08302F-2513-B073-65C2-EA6ED85A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1E164-EC7F-4288-29B5-D0B03AA94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2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DABE-2D80-1B2B-5951-1EF796D8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BEA1-506D-16A6-E0B6-141F04C56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7AD8C-91A0-AC0A-F3EB-F1BC3509C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81C53-8101-264D-FA9B-3B15400FC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1BC2B-FD34-4EB7-FE6E-B3A128C86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3A3BB-33A3-0D6C-7873-03A38920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14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F5D8-2E8E-0291-BDCA-1AAAD8B9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7642EB-1101-8263-E9BB-E2C712E0F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75579-ADB6-84A5-1270-A33E667FB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042DD-593A-DC11-4376-9E274F4A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7D6C3-5405-8366-2A44-4FBEBA2C1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C3D3E-CE29-7669-2B72-961DF24B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6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0E85-CCF7-9CA7-06AC-CE7D6607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3ED49-4AA6-5DCC-A820-0FEE4F6A2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DF780-E82A-3FB4-A628-3970A0203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4BBA7-2D32-D285-078E-3E290CC1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6003D-217B-7F80-6088-2DA16DBA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8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ADE392-F4B1-CC4E-56D0-BE44237B9E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259C3-2AB7-E00F-2099-70092EA27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753C3-478B-35EF-B42A-209A70954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1566C-E348-A43A-6013-A4AD3E00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E36CA-E155-8EB4-C474-73599072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370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18B41-61E8-DBCE-5022-FD4E23EF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91AC3-2455-9340-637D-E7CCFD71D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8A72-4483-7569-BA0A-B47034279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F0626-9DEB-4EE6-9CCE-F11C5D1C1BEF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3F021-E452-A096-DC9A-72400E482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89F89-4698-17D2-F7EE-72D2E6F98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D9D4CF-3D4C-4029-B14C-C1A71865E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0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!!Rectangle">
            <a:extLst>
              <a:ext uri="{FF2B5EF4-FFF2-40B4-BE49-F238E27FC236}">
                <a16:creationId xmlns:a16="http://schemas.microsoft.com/office/drawing/2014/main" id="{D4906370-1564-49FA-A802-58546B392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A996C8-55F6-CE1F-35CC-18507BAE14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EF640709-BDFD-453B-B75D-6212E7A8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16291-EE15-D73D-E2A8-5007E0DC6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7192" y="1032483"/>
            <a:ext cx="5037616" cy="2982360"/>
          </a:xfrm>
        </p:spPr>
        <p:txBody>
          <a:bodyPr>
            <a:normAutofit/>
          </a:bodyPr>
          <a:lstStyle/>
          <a:p>
            <a:r>
              <a:rPr lang="en-US"/>
              <a:t>MindTrail SG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2C402F9-CAC9-7E25-5C97-3B3E3942C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7192" y="4106918"/>
            <a:ext cx="5037616" cy="165576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B4019478-3FDC-438C-8848-1D7DA864A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E406479-1D57-4209-B128-3C8174624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06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1802C-8EE8-DE19-2548-1EF2D92D8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1953D7-90B7-B6F4-8B28-96CC2840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2AD8A-DBB8-4167-2216-19CBDA8AD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/>
              <a:t>From family concern to GP-ready evidence </a:t>
            </a:r>
          </a:p>
          <a:p>
            <a:r>
              <a:rPr lang="en-US" sz="2000"/>
              <a:t>Gamified cognitive check-ins for older Singaporeans </a:t>
            </a:r>
          </a:p>
          <a:p>
            <a:r>
              <a:rPr lang="en-US" sz="2000"/>
              <a:t>Not a diagnosis — a case-finding companion</a:t>
            </a:r>
          </a:p>
        </p:txBody>
      </p:sp>
    </p:spTree>
    <p:extLst>
      <p:ext uri="{BB962C8B-B14F-4D97-AF65-F5344CB8AC3E}">
        <p14:creationId xmlns:p14="http://schemas.microsoft.com/office/powerpoint/2010/main" val="2116767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07B7-4CD3-FDAA-FA19-2545F1C41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The gap</a:t>
            </a:r>
          </a:p>
        </p:txBody>
      </p:sp>
      <p:pic>
        <p:nvPicPr>
          <p:cNvPr id="23" name="Graphic 22" descr="Family">
            <a:extLst>
              <a:ext uri="{FF2B5EF4-FFF2-40B4-BE49-F238E27FC236}">
                <a16:creationId xmlns:a16="http://schemas.microsoft.com/office/drawing/2014/main" id="{CD1BC398-CDE5-ABB2-A6A2-3BDCE51713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3866" y="805264"/>
            <a:ext cx="5176044" cy="51760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83228-ACE0-CDAA-A049-1B2AC6C3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533476"/>
            <a:ext cx="3443514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Families notice changes too late </a:t>
            </a:r>
          </a:p>
          <a:p>
            <a:r>
              <a:rPr lang="en-US" sz="2000"/>
              <a:t>Forgetfulness is often dismissed as ageing </a:t>
            </a:r>
          </a:p>
          <a:p>
            <a:r>
              <a:rPr lang="en-US" sz="2000"/>
              <a:t>Caregivers lack structured evidence </a:t>
            </a:r>
          </a:p>
          <a:p>
            <a:r>
              <a:rPr lang="en-US" sz="2000"/>
              <a:t>GP visits need clearer context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46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BCA54-12FB-4B53-4D98-EDE783FC8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Our insight</a:t>
            </a:r>
          </a:p>
        </p:txBody>
      </p:sp>
      <p:pic>
        <p:nvPicPr>
          <p:cNvPr id="7" name="Graphic 6" descr="Brain in head">
            <a:extLst>
              <a:ext uri="{FF2B5EF4-FFF2-40B4-BE49-F238E27FC236}">
                <a16:creationId xmlns:a16="http://schemas.microsoft.com/office/drawing/2014/main" id="{A14FF772-6B32-BDCF-287A-D5FE58BFF8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3866" y="805657"/>
            <a:ext cx="5176044" cy="51760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948E9-C590-35E2-985D-100BC36CE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533476"/>
            <a:ext cx="3443514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Dementia does not appear as one symptom </a:t>
            </a:r>
          </a:p>
          <a:p>
            <a:r>
              <a:rPr lang="en-US" sz="2000"/>
              <a:t>It shows through memory, speech, drawing, planning, and daily behaviour </a:t>
            </a:r>
          </a:p>
          <a:p>
            <a:r>
              <a:rPr lang="en-US" sz="2000"/>
              <a:t>Games can capture “how” a task is done, not just right/wrong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5666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CAF5B-8215-E172-CE61-AC839B669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The solution</a:t>
            </a:r>
          </a:p>
        </p:txBody>
      </p:sp>
      <p:pic>
        <p:nvPicPr>
          <p:cNvPr id="5" name="Picture 4" descr="Numbers and symbols">
            <a:extLst>
              <a:ext uri="{FF2B5EF4-FFF2-40B4-BE49-F238E27FC236}">
                <a16:creationId xmlns:a16="http://schemas.microsoft.com/office/drawing/2014/main" id="{C7824CFB-AF55-BBAB-20FE-D9A70CAB9A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64" r="11104" b="-1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468F2-8ED5-16F2-1A35-89182850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MindTrail SG runs 3 familiar cognitive mini-tasks </a:t>
            </a:r>
          </a:p>
          <a:p>
            <a:r>
              <a:rPr lang="en-US" sz="2000"/>
              <a:t>Adds caregiver observations </a:t>
            </a:r>
          </a:p>
          <a:p>
            <a:r>
              <a:rPr lang="en-US" sz="2000"/>
              <a:t>Flags possible cognitive-domain signals </a:t>
            </a:r>
          </a:p>
          <a:p>
            <a:r>
              <a:rPr lang="en-US" sz="2000"/>
              <a:t>Generates a GP/caregiver report</a:t>
            </a:r>
          </a:p>
        </p:txBody>
      </p:sp>
    </p:spTree>
    <p:extLst>
      <p:ext uri="{BB962C8B-B14F-4D97-AF65-F5344CB8AC3E}">
        <p14:creationId xmlns:p14="http://schemas.microsoft.com/office/powerpoint/2010/main" val="397559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C8930-FC07-FD86-CB15-5D263AAF1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9E08-6FC1-EEC2-B90A-D2D6E320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Mini-games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F9864-FF52-1F26-0E91-5199299B5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" r="12725"/>
          <a:stretch>
            <a:fillRect/>
          </a:stretch>
        </p:blipFill>
        <p:spPr>
          <a:xfrm>
            <a:off x="787114" y="1106562"/>
            <a:ext cx="6449549" cy="457423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CA463-9A0F-D15B-87BF-810AED11D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533476"/>
            <a:ext cx="3443514" cy="3447832"/>
          </a:xfrm>
        </p:spPr>
        <p:txBody>
          <a:bodyPr anchor="t">
            <a:normAutofit/>
          </a:bodyPr>
          <a:lstStyle/>
          <a:p>
            <a:r>
              <a:rPr lang="en-US" sz="2000" b="1"/>
              <a:t>Hawker Memory:</a:t>
            </a:r>
            <a:r>
              <a:rPr lang="en-US" sz="2000"/>
              <a:t> recall local food orders </a:t>
            </a:r>
          </a:p>
          <a:p>
            <a:r>
              <a:rPr lang="en-US" sz="2000" b="1"/>
              <a:t>Clock Drawing:</a:t>
            </a:r>
            <a:r>
              <a:rPr lang="en-US" sz="2000"/>
              <a:t> draw a clock to a given time </a:t>
            </a:r>
          </a:p>
          <a:p>
            <a:r>
              <a:rPr lang="en-US" sz="2000" b="1"/>
              <a:t>Picture Story:</a:t>
            </a:r>
            <a:r>
              <a:rPr lang="en-US" sz="2000"/>
              <a:t> describe a personalised happy-memory image Each maps to memory, visuospatial, speech, and language signals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970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E170C-CB33-0205-F36E-A9AB38FFD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What Makes Us Different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1B35A0-4B75-5346-B60A-7A838905DE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850215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7192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13D6E-C7C6-CD81-44CC-B5C64537F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1388E-1F38-A014-F76F-8A6E4006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How It Works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778952-D22D-C5A3-649F-45BFD6FC3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37713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8263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46C00-1CE6-5329-612E-D37FC841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Impact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BFD81-22D7-7701-4885-3EC6E0CF0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Earlier awareness </a:t>
            </a:r>
          </a:p>
          <a:p>
            <a:r>
              <a:rPr lang="en-US" sz="2200"/>
              <a:t>Less fear and stigma </a:t>
            </a:r>
          </a:p>
          <a:p>
            <a:r>
              <a:rPr lang="en-US" sz="2200"/>
              <a:t>Better caregiver conversations </a:t>
            </a:r>
          </a:p>
          <a:p>
            <a:r>
              <a:rPr lang="en-US" sz="2200"/>
              <a:t>Clearer GP follow-up </a:t>
            </a:r>
          </a:p>
          <a:p>
            <a:r>
              <a:rPr lang="en-US" sz="2200"/>
              <a:t>A practical bridge from concern to care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5928D-3D47-1A50-C373-69580D218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15" r="4165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39700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201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MindTrail SG</vt:lpstr>
      <vt:lpstr>Purpose</vt:lpstr>
      <vt:lpstr>The Problem</vt:lpstr>
      <vt:lpstr>Our Insight</vt:lpstr>
      <vt:lpstr>Solution</vt:lpstr>
      <vt:lpstr>The Mini-Games</vt:lpstr>
      <vt:lpstr>What Makes Us Different</vt:lpstr>
      <vt:lpstr>How It Works</vt:lpstr>
      <vt:lpstr>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Sourabh Sooraj</dc:creator>
  <cp:lastModifiedBy>Sourabh Sooraj</cp:lastModifiedBy>
  <cp:revision>1</cp:revision>
  <dcterms:created xsi:type="dcterms:W3CDTF">2026-07-08T14:07:45Z</dcterms:created>
  <dcterms:modified xsi:type="dcterms:W3CDTF">2026-07-08T14:48:53Z</dcterms:modified>
</cp:coreProperties>
</file>